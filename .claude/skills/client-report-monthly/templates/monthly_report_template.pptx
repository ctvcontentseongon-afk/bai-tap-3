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SEO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{{CLIENT_NAME}}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{{PERIOD}}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Prepared by SEONGON Agency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{{SUMMARY_HIGHLIGHTS}}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4754880"/>
            <a:ext cx="2651760" cy="164592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Organic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120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35"/>
                </a:solidFill>
              </a:rPr>
              <a:t>{{GA4_SESSIONS}}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754880"/>
            <a:ext cx="2651760" cy="164592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GSC Clicks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2120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35"/>
                </a:solidFill>
              </a:rPr>
              <a:t>{{GSC_CLICKS}}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754880"/>
            <a:ext cx="2651760" cy="164592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Conversions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2120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35"/>
                </a:solidFill>
              </a:rPr>
              <a:t>{{GA4_CONVERSIONS}}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4754880"/>
            <a:ext cx="2651760" cy="164592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846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Domain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2120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35"/>
                </a:solidFill>
              </a:rPr>
              <a:t>{{AHREFS_DR}}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ORGANIC TRAFFIC OVERVIEW (GA4)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Sessions: {{GA4_SESSIONS}} | MoM: {{GA4_SESSIONS_MOM}}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{{GA4_TOP_PAGES_TABLE}}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GOOGLE SEARCH CONSOLE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651760" cy="13716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Total Clicks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</a:rPr>
              <a:t>{{GSC_CLICKS}}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651760" cy="13716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</a:rPr>
              <a:t>{{GSC_IMPRESSIONS}}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2651760" cy="13716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Avg 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</a:rPr>
              <a:t>{{GSC_CTR}}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097280"/>
            <a:ext cx="2651760" cy="13716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Avg 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6B35"/>
                </a:solidFill>
              </a:rPr>
              <a:t>{{GSC_POSITION}}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Top Queries:
{{GSC_TOP_QUERIES_TABLE}}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TOP PERFORMING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{{TOP_PAGES_TABLE}}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BACKLINKS &amp; AUTHORITY GROWTH (AHREFS)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Domain 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35"/>
                </a:solidFill>
              </a:rPr>
              <a:t>{{AHREFS_DR}}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474720" cy="13716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Referring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35"/>
                </a:solidFill>
              </a:rPr>
              <a:t>{{AHREFS_REF_DOMAINS}}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474720" cy="13716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New Backlinks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35"/>
                </a:solidFill>
              </a:rPr>
              <a:t>{{AHREFS_NEW_BL}}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New Notable Backlinks:
{{NEW_BACKLINKS_LIST}}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NEXT MONTH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{{ACTION_PLAN_LIST}}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